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1109167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TiendaCerca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005840"/>
            <a:ext cx="1005840" cy="1005840"/>
          </a:xfrm>
          <a:prstGeom prst="ellipse">
            <a:avLst/>
          </a:prstGeom>
          <a:solidFill>
            <a:srgbClr val="D966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198" y="1116482"/>
            <a:ext cx="784555" cy="78455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3317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TiendaCerca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6118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tiendas cercanas y sus ofertas, al instante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16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Dispositivos Móviles II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Técnico de Educación Comercial Americano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Alexander Pabon Pabon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 Roberto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Problema y Justificación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17236" cy="4206240"/>
          </a:xfrm>
          <a:prstGeom prst="roundRect">
            <a:avLst>
              <a:gd name="adj" fmla="val 2609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20007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3464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467715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no tienen una forma rápida de saber qué tiendas de barrio (ferreterías, abarrotes, farmacias, moda y más) hay cerca de ellos.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ofertas y promociones de esas tiendas casi nunca llegan a la gente del sector.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pequeños comerciantes no cuentan con un canal digital simple para publicar lo que ofrecen.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23076" y="1600200"/>
            <a:ext cx="5317236" cy="4206240"/>
          </a:xfrm>
          <a:prstGeom prst="roundRect">
            <a:avLst>
              <a:gd name="adj" fmla="val 2609"/>
            </a:avLst>
          </a:prstGeom>
          <a:solidFill>
            <a:srgbClr val="2C5F2D"/>
          </a:solidFill>
          <a:ln/>
        </p:spPr>
      </p:sp>
      <p:sp>
        <p:nvSpPr>
          <p:cNvPr id="9" name="Shape 6"/>
          <p:cNvSpPr/>
          <p:nvPr/>
        </p:nvSpPr>
        <p:spPr>
          <a:xfrm>
            <a:off x="6643116" y="1920240"/>
            <a:ext cx="731520" cy="731520"/>
          </a:xfrm>
          <a:prstGeom prst="ellipse">
            <a:avLst/>
          </a:prstGeom>
          <a:solidFill>
            <a:srgbClr val="D9660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3" y="200070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43116" y="283464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qué vale la pena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643116" y="3246120"/>
            <a:ext cx="467715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 al cliente al comercio de su propio barrio, no solo a las grandes cadenas.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 a cada tienda un lugar gratuito para mostrarse y publicar ofertas.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geolocalización del celular para mostrar siempre lo más cercano primero.</a:t>
            </a:r>
            <a:endParaRPr lang="en-US" sz="1350" dirty="0"/>
          </a:p>
        </p:txBody>
      </p:sp>
      <p:sp>
        <p:nvSpPr>
          <p:cNvPr id="13" name="Text 1"/>
          <p:cNvSpPr/>
          <p:nvPr>
            <p:ph idx="102" type="body" hasCustomPrompt="1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9660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7519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08760"/>
            <a:ext cx="9811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app móvil en Flutter que permita encontrar tiendas cercanas y ver sus ofertas usando geolocalización.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81635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743200"/>
            <a:ext cx="10497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búsqueda y el filtrado de tiendas por categoría, nombre y cercanía.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3075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730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657600"/>
            <a:ext cx="10497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que cada dueño de tienda registre su negocio (ubicación, foto) y publique sus propias ofertas.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64515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645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4572000"/>
            <a:ext cx="10497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la información de forma persistente en una base de datos local (SQLite).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559552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5559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5486400"/>
            <a:ext cx="104973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roles de usuario — Cliente, Dueño de tienda y Administrador — con un login real.</a:t>
            </a:r>
            <a:endParaRPr lang="en-US" sz="1400" dirty="0"/>
          </a:p>
        </p:txBody>
      </p:sp>
      <p:sp>
        <p:nvSpPr>
          <p:cNvPr id="19" name="Text 1"/>
          <p:cNvSpPr/>
          <p:nvPr>
            <p:ph idx="102" type="body" hasCustomPrompt="1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Funcionalidades por Rol de Usuario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53384" cy="4206240"/>
          </a:xfrm>
          <a:prstGeom prst="roundRect">
            <a:avLst>
              <a:gd name="adj" fmla="val 317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1863852" y="1874520"/>
            <a:ext cx="822960" cy="822960"/>
          </a:xfrm>
          <a:prstGeom prst="ellipse">
            <a:avLst/>
          </a:prstGeom>
          <a:solidFill>
            <a:srgbClr val="D966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4378" y="1965046"/>
            <a:ext cx="641909" cy="6419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80360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tiendas por categoría y cercanía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tiendas y ofertas en el mapa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tiendas y ofertas favoritas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detalle de cada oferta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67784" y="1554480"/>
            <a:ext cx="3453384" cy="4206240"/>
          </a:xfrm>
          <a:prstGeom prst="roundRect">
            <a:avLst>
              <a:gd name="adj" fmla="val 3177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5682996" y="187452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522" y="1965046"/>
            <a:ext cx="641909" cy="64190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50664" y="2880360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Dueño de tienda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42104" y="3383280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su propia tienda (ubicación y foto)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Publicar, editar y pausar ofertas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foto real a cada oferta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estado de su tienda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86928" y="1554480"/>
            <a:ext cx="3453384" cy="4206240"/>
          </a:xfrm>
          <a:prstGeom prst="roundRect">
            <a:avLst>
              <a:gd name="adj" fmla="val 3177"/>
            </a:avLst>
          </a:prstGeom>
          <a:solidFill>
            <a:srgbClr val="F2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9502140" y="18745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666" y="1965046"/>
            <a:ext cx="641909" cy="64190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9808" y="2880360"/>
            <a:ext cx="3087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61248" y="3383280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todas las tiendas registradas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Moderar cualquier oferta publicada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o eliminar ofertas indebidas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Supervisar el uso general de la app</a:t>
            </a:r>
            <a:endParaRPr lang="en-US" sz="1200" dirty="0"/>
          </a:p>
        </p:txBody>
      </p:sp>
      <p:sp>
        <p:nvSpPr>
          <p:cNvPr id="18" name="Text 1"/>
          <p:cNvSpPr/>
          <p:nvPr>
            <p:ph idx="102" type="body" hasCustomPrompt="1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Arquitectura y Tecnologías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D96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Interfaz (UI)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417320"/>
            <a:ext cx="7342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Flutter: búsqueda, mapa, publicar oferta, perfil, panel admin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3288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Estado (Provider)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532888"/>
            <a:ext cx="7342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AppState centraliza sesión, filtros, ubicación y datos en memoria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48456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648456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Datos y Servicios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648456"/>
            <a:ext cx="7342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(sqflite), geolocalización (geolocator) y mapa (flutter_map / OpenStreetMap)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360627" y="4928616"/>
            <a:ext cx="594360" cy="59436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007" y="4993996"/>
            <a:ext cx="463601" cy="46360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" y="55869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Dart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578962" y="4928616"/>
            <a:ext cx="594360" cy="59436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41" y="4993996"/>
            <a:ext cx="463601" cy="46360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766974" y="55869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(sqflite)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797296" y="4928616"/>
            <a:ext cx="594360" cy="59436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676" y="4993996"/>
            <a:ext cx="463601" cy="46360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85309" y="55869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Geolocator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15630" y="4928616"/>
            <a:ext cx="594360" cy="59436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010" y="4993996"/>
            <a:ext cx="463601" cy="46360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03643" y="55869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flutter_map (OSM)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10233965" y="4928616"/>
            <a:ext cx="594360" cy="594360"/>
          </a:xfrm>
          <a:prstGeom prst="ellipse">
            <a:avLst/>
          </a:prstGeom>
          <a:solidFill>
            <a:srgbClr val="36454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9344" y="4993996"/>
            <a:ext cx="463601" cy="46360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421978" y="55869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</a:t>
            </a:r>
            <a:endParaRPr lang="en-US" sz="1100" dirty="0"/>
          </a:p>
        </p:txBody>
      </p:sp>
      <p:sp>
        <p:nvSpPr>
          <p:cNvPr id="27" name="Text 1"/>
          <p:cNvSpPr/>
          <p:nvPr>
            <p:ph idx="102" type="body" hasCustomPrompt="1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Modelo de Datos (SQLite)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5564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D966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57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nombre, hash de contraseña, rol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55448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65904" y="175564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D966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65904" y="1755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240280"/>
            <a:ext cx="3057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real del dueño: nombre, categoría, ubicación, foto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25968" y="155448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8354568" y="175564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D96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4568" y="1755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offers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54568" y="2240280"/>
            <a:ext cx="3057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publicadas, foto, estado (activa/pausada)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63016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D96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630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114800"/>
            <a:ext cx="3057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y ofertas guardadas por cada cliente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37304" y="3429000"/>
            <a:ext cx="3514344" cy="16002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65904" y="3630168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D966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65904" y="3630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app_session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114800"/>
            <a:ext cx="30571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activa para mantener el login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63100" y="3611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3509" y="3682289"/>
            <a:ext cx="499262" cy="49926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125968" y="4343400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 enlazadas por id de usuario, tienda y oferta</a:t>
            </a:r>
            <a:endParaRPr lang="en-US" sz="1100" dirty="0"/>
          </a:p>
        </p:txBody>
      </p:sp>
      <p:sp>
        <p:nvSpPr>
          <p:cNvPr id="26" name="Text 1"/>
          <p:cNvSpPr/>
          <p:nvPr>
            <p:ph idx="102" type="body" hasCustomPrompt="1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Pruebas y Resultados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53384" cy="1737360"/>
          </a:xfrm>
          <a:prstGeom prst="roundRect">
            <a:avLst>
              <a:gd name="adj" fmla="val 6316"/>
            </a:avLst>
          </a:prstGeom>
          <a:solidFill>
            <a:srgbClr val="3645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453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66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3087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reales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 y corregidos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67784" y="1554480"/>
            <a:ext cx="3453384" cy="1737360"/>
          </a:xfrm>
          <a:prstGeom prst="roundRect">
            <a:avLst>
              <a:gd name="adj" fmla="val 6316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67784" y="1600200"/>
            <a:ext cx="3453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66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4550664" y="2514600"/>
            <a:ext cx="3087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probados de punta a punta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86928" y="1554480"/>
            <a:ext cx="3453384" cy="1737360"/>
          </a:xfrm>
          <a:prstGeom prst="roundRect">
            <a:avLst>
              <a:gd name="adj" fmla="val 6316"/>
            </a:avLst>
          </a:prstGeom>
          <a:solidFill>
            <a:srgbClr val="3645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86928" y="1600200"/>
            <a:ext cx="3453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66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8369808" y="2514600"/>
            <a:ext cx="30876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 la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verificadas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7588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60120" y="3657600"/>
            <a:ext cx="10680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de los modelos (Offer, UserRole) con flutter_test.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976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60120" y="4279392"/>
            <a:ext cx="10680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widget de la navegación según rol, registro, login y cierre de sesión.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194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60120" y="4901184"/>
            <a:ext cx="10680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histórico de errores: módulo, pasos para reproducir, prioridad y estado de cada bug.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54126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60120" y="5522976"/>
            <a:ext cx="10680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realizadas en dispositivo Android real, no solo en emulador.</a:t>
            </a:r>
            <a:endParaRPr lang="en-US" sz="1300" dirty="0"/>
          </a:p>
        </p:txBody>
      </p:sp>
      <p:sp>
        <p:nvSpPr>
          <p:cNvPr id="20" name="Text 1"/>
          <p:cNvSpPr/>
          <p:nvPr>
            <p:ph idx="102" type="body" hasCustomPrompt="1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502920"/>
            <a:ext cx="914400" cy="914400"/>
          </a:xfrm>
          <a:prstGeom prst="ellipse">
            <a:avLst/>
          </a:prstGeom>
          <a:solidFill>
            <a:srgbClr val="D966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603504"/>
            <a:ext cx="713232" cy="713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00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Conclusiones y Trabajo Futuro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7BC6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26080"/>
            <a:ext cx="531723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TiendaCerca cumple su objetivo: conectar tiendas de barrio con clientes cercanos.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roles (Cliente, Dueño, Administrador) funcionan con datos reales guardados en SQLite.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login real y las pruebas automatizadas dieron mayor solidez a la app.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323076" y="251460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6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Trabajo futuro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323076" y="2926080"/>
            <a:ext cx="531723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app a un backend real para que las tiendas sean visibles entre dispositivos.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notificaciones push cuando una tienda cercana publique una oferta nueva.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calificaciones y reseñas reales de clientes para cada tienda.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660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¡Gracias!</a:t>
            </a:r>
            <a:endParaRPr lang="en-US" sz="18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23317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36118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endaCerca">
  <a:themeElements>
    <a:clrScheme name="TiendaCerca">
      <a:dk1>
        <a:srgbClr val="2B1B12"/>
      </a:dk1>
      <a:lt1>
        <a:srgbClr val="FFFFFF"/>
      </a:lt1>
      <a:dk2>
        <a:srgbClr val="2B1B12"/>
      </a:dk2>
      <a:lt2>
        <a:srgbClr val="F2F2F2"/>
      </a:lt2>
      <a:accent1>
        <a:srgbClr val="D9660B"/>
      </a:accent1>
      <a:accent2>
        <a:srgbClr val="2C5F2D"/>
      </a:accent2>
      <a:accent3>
        <a:srgbClr val="1E2761"/>
      </a:accent3>
      <a:accent4>
        <a:srgbClr val="97BC62"/>
      </a:accent4>
      <a:accent5>
        <a:srgbClr val="36454F"/>
      </a:accent5>
      <a:accent6>
        <a:srgbClr val="F5A623"/>
      </a:accent6>
      <a:hlink>
        <a:srgbClr val="1E2761"/>
      </a:hlink>
      <a:folHlink>
        <a:srgbClr val="2C5F2D"/>
      </a:folHlink>
    </a:clrScheme>
    <a:fontScheme name="TiendaCerc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2026-10-20T14:36:15Z</dcterms:created>
  <dcterms:modified xsi:type="dcterms:W3CDTF">2026-10-20T14:36:15Z</dcterms:modified>
</cp:coreProperties>
</file>